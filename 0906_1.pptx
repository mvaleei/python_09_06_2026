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469BF7-F9CB-1C4C-1F56-CCC4B72EC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863B5CD-8086-2DAF-8598-A6BA0AF111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8D101FC-D246-5DEC-F898-59139242F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CA9FD-4515-4CAB-BA16-9F7D9D3786C5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06C32B2-F20C-29B8-08B7-D15BF0873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65EE744-8EB4-1713-9EB9-C2E7E34D0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733C6-6F5F-46DC-8D79-4691D2885D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62951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04B562-BF7C-74F6-5CD7-0C43B0273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8A7209D-ACAF-EAC2-DC05-F7EDDCC3D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1EF97D7-B741-FE18-A1BC-FF95C501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CA9FD-4515-4CAB-BA16-9F7D9D3786C5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060B3DF-7223-6AB8-53DA-A705FC233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D8D89DE-F87F-81DA-68C2-BCAF7E9AC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733C6-6F5F-46DC-8D79-4691D2885D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63609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3BD4F7-B75B-3C6E-F876-CB9DD60E8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CB56D49-0DB7-D908-E274-263380DF3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FE1240D-5AF3-99DB-78AD-474093C17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CA9FD-4515-4CAB-BA16-9F7D9D3786C5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BC434A7-4FCE-91A9-64F8-E8FEF9504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8B702FA-554E-5A59-9374-A64D00B8A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733C6-6F5F-46DC-8D79-4691D2885D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8584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E961CC-DE5E-1599-FCD1-12296D0E0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486E51C-7FB6-CA15-3163-0934445112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3AD627C-9C68-E0EC-5248-5B0907856B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98E44CC-D66D-D61D-91AD-87A1147E8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CA9FD-4515-4CAB-BA16-9F7D9D3786C5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848C0BD-C1F9-A6D4-029E-A32EB6091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44B8BB3-469A-B9C3-7B38-9EBA8FDF1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733C6-6F5F-46DC-8D79-4691D2885D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5071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D3115D-873B-0089-A8D7-9E3DF702E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0B1DEAE-BD03-F6DF-4961-1D08125BC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2FA951C-EEDB-9EA2-249F-7BAD90ED4C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819740F9-932A-0765-0C2F-CA5C668020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14569D7-F898-EAF6-026F-751A05FBBB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0A591A0F-62F2-6CA5-B062-D7F71A3F2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CA9FD-4515-4CAB-BA16-9F7D9D3786C5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621A6EBF-E552-D22A-16EC-156A53DE0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748B6EC-B361-E142-40F4-7FF589C16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733C6-6F5F-46DC-8D79-4691D2885D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39057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EFCAA0-A83D-0D66-26C2-567D799E7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E481C56-396B-6B2B-7D9F-4AAF86953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CA9FD-4515-4CAB-BA16-9F7D9D3786C5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5955353-066B-0821-E937-4F2A8F67E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3461700-2456-8AC7-1738-0D8E317BA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733C6-6F5F-46DC-8D79-4691D2885D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0157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F19BF16-5670-B511-8E92-9FBEA692F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CA9FD-4515-4CAB-BA16-9F7D9D3786C5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B8B5892-C1D1-38DE-3B93-FF4FB12EA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D0FC98F-CF52-70E5-B027-7A3962C79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733C6-6F5F-46DC-8D79-4691D2885D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57085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443D2F-BFD2-8612-4CEE-935142729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E45093B-21BE-8F74-7159-F145E7DE4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726297F-BD35-F6AA-AAC8-3394B78F48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4F7118F-4A25-C49D-6A9C-0AB7DC1D7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CA9FD-4515-4CAB-BA16-9F7D9D3786C5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6C8CF5F-56CA-D35F-369D-098461AC3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DA26543-CF3D-E30A-AFE5-9A193B67E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733C6-6F5F-46DC-8D79-4691D2885D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1843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8B3931-59F8-B659-FA11-D458AD08F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6995F88F-5EE5-7CFA-FD08-2971DB755F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CA48B90-D84D-9632-AA86-33F875B103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1E7A5A-893E-95ED-CA5F-3AD6128B6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CA9FD-4515-4CAB-BA16-9F7D9D3786C5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086A77F-14B1-C529-4AB6-9DD96A152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6F1F22D-1497-D12E-AFB0-8725350F2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733C6-6F5F-46DC-8D79-4691D2885D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78728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7E2E445-1D71-BCC8-2D23-E51312E05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2244E5D-B09E-EC22-5B59-0A6B3760E4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2D6000B-B29A-F9F3-18B0-6C3AD36E1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CA9FD-4515-4CAB-BA16-9F7D9D3786C5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E90A1B0-4922-5CCD-A5E8-EE9538ED3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34DC327-1F6B-C085-4FE2-2C3A623BE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733C6-6F5F-46DC-8D79-4691D2885D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5252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09F113CD-F33E-C821-FA04-D636EDF214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07C866A-3286-E39D-7684-9746EC47A1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7698E02-16BA-C6AB-B420-CA313D62A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CA9FD-4515-4CAB-BA16-9F7D9D3786C5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0C730AB-3607-16D4-47DA-8F054CB7D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C64AB4A-E071-00B9-0159-18BB1AAD8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733C6-6F5F-46DC-8D79-4691D2885D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97119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D28D69B-CA34-A8E7-12FC-6D6342A6E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E5C9447-52EF-DC0E-FDE0-149158A602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68FB659-CDB3-9C23-435D-C65894BD71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2CA9FD-4515-4CAB-BA16-9F7D9D3786C5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3C60233-0967-9330-1103-6E8D9BBD76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0F07CF0-89D7-B963-4F42-215B145939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1733C6-6F5F-46DC-8D79-4691D2885D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7782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B86744C4-0104-7803-4577-1E19910A4BBA}"/>
              </a:ext>
            </a:extLst>
          </p:cNvPr>
          <p:cNvSpPr txBox="1"/>
          <p:nvPr/>
        </p:nvSpPr>
        <p:spPr>
          <a:xfrm>
            <a:off x="752475" y="404813"/>
            <a:ext cx="2190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Cognome=‘Rossi’</a:t>
            </a:r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1EF3C2FF-0AA8-8B08-7C0D-85A824E0D80E}"/>
              </a:ext>
            </a:extLst>
          </p:cNvPr>
          <p:cNvSpPr/>
          <p:nvPr/>
        </p:nvSpPr>
        <p:spPr>
          <a:xfrm>
            <a:off x="5676900" y="1695450"/>
            <a:ext cx="2571750" cy="11477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275D1EB-A60F-9AEF-B2EE-05E40F02EC45}"/>
              </a:ext>
            </a:extLst>
          </p:cNvPr>
          <p:cNvSpPr txBox="1"/>
          <p:nvPr/>
        </p:nvSpPr>
        <p:spPr>
          <a:xfrm>
            <a:off x="6396039" y="2084665"/>
            <a:ext cx="1223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ae34fa5e</a:t>
            </a:r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2B28C9C5-F8EC-F307-75D3-D1FD86738058}"/>
              </a:ext>
            </a:extLst>
          </p:cNvPr>
          <p:cNvCxnSpPr>
            <a:endCxn id="5" idx="2"/>
          </p:cNvCxnSpPr>
          <p:nvPr/>
        </p:nvCxnSpPr>
        <p:spPr>
          <a:xfrm>
            <a:off x="1404938" y="774145"/>
            <a:ext cx="4271962" cy="14951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4FA98B2-822F-E8D8-7BA6-181847EEA512}"/>
              </a:ext>
            </a:extLst>
          </p:cNvPr>
          <p:cNvSpPr txBox="1"/>
          <p:nvPr/>
        </p:nvSpPr>
        <p:spPr>
          <a:xfrm>
            <a:off x="862013" y="3686175"/>
            <a:ext cx="2247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Cognome=‘</a:t>
            </a:r>
            <a:r>
              <a:rPr lang="it-IT" dirty="0" err="1"/>
              <a:t>Verdi’</a:t>
            </a:r>
            <a:endParaRPr lang="it-IT" dirty="0"/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24302763-12B1-7460-0287-6C548C61D536}"/>
              </a:ext>
            </a:extLst>
          </p:cNvPr>
          <p:cNvCxnSpPr>
            <a:endCxn id="5" idx="3"/>
          </p:cNvCxnSpPr>
          <p:nvPr/>
        </p:nvCxnSpPr>
        <p:spPr>
          <a:xfrm flipV="1">
            <a:off x="1547813" y="2675127"/>
            <a:ext cx="4505711" cy="10110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EB3A5CE-2E71-D3F6-1D22-B10369F18526}"/>
              </a:ext>
            </a:extLst>
          </p:cNvPr>
          <p:cNvSpPr txBox="1"/>
          <p:nvPr/>
        </p:nvSpPr>
        <p:spPr>
          <a:xfrm>
            <a:off x="6396039" y="3109913"/>
            <a:ext cx="1619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Rossi</a:t>
            </a:r>
          </a:p>
          <a:p>
            <a:r>
              <a:rPr lang="it-IT" dirty="0"/>
              <a:t>Verdi</a:t>
            </a:r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EF5DD0FD-8ADF-9150-3733-C403B653A0CB}"/>
              </a:ext>
            </a:extLst>
          </p:cNvPr>
          <p:cNvCxnSpPr/>
          <p:nvPr/>
        </p:nvCxnSpPr>
        <p:spPr>
          <a:xfrm flipV="1">
            <a:off x="6129338" y="3214688"/>
            <a:ext cx="1157287" cy="21431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Ovale 14">
            <a:extLst>
              <a:ext uri="{FF2B5EF4-FFF2-40B4-BE49-F238E27FC236}">
                <a16:creationId xmlns:a16="http://schemas.microsoft.com/office/drawing/2014/main" id="{3FE263A3-3652-05C3-E978-7E939E6BDE4A}"/>
              </a:ext>
            </a:extLst>
          </p:cNvPr>
          <p:cNvSpPr/>
          <p:nvPr/>
        </p:nvSpPr>
        <p:spPr>
          <a:xfrm>
            <a:off x="5395913" y="4467225"/>
            <a:ext cx="2619375" cy="106203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D60D5E55-100E-95EF-A1F5-B0DC1CAC15D1}"/>
              </a:ext>
            </a:extLst>
          </p:cNvPr>
          <p:cNvSpPr txBox="1"/>
          <p:nvPr/>
        </p:nvSpPr>
        <p:spPr>
          <a:xfrm>
            <a:off x="6053524" y="4891088"/>
            <a:ext cx="1404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AA3EE4AD</a:t>
            </a: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8232AAF1-C949-FA7C-2D88-B4526A5FEEA7}"/>
              </a:ext>
            </a:extLst>
          </p:cNvPr>
          <p:cNvCxnSpPr>
            <a:endCxn id="15" idx="2"/>
          </p:cNvCxnSpPr>
          <p:nvPr/>
        </p:nvCxnSpPr>
        <p:spPr>
          <a:xfrm>
            <a:off x="1214438" y="4055507"/>
            <a:ext cx="4181475" cy="9427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4F2E75CF-0045-FD86-A47C-36D0B08FFE68}"/>
              </a:ext>
            </a:extLst>
          </p:cNvPr>
          <p:cNvSpPr txBox="1"/>
          <p:nvPr/>
        </p:nvSpPr>
        <p:spPr>
          <a:xfrm>
            <a:off x="6053524" y="5648325"/>
            <a:ext cx="1404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Verdi</a:t>
            </a:r>
          </a:p>
        </p:txBody>
      </p:sp>
      <p:cxnSp>
        <p:nvCxnSpPr>
          <p:cNvPr id="21" name="Connettore diritto 20">
            <a:extLst>
              <a:ext uri="{FF2B5EF4-FFF2-40B4-BE49-F238E27FC236}">
                <a16:creationId xmlns:a16="http://schemas.microsoft.com/office/drawing/2014/main" id="{A794D850-867D-0967-3592-C55BD1A5ACCE}"/>
              </a:ext>
            </a:extLst>
          </p:cNvPr>
          <p:cNvCxnSpPr/>
          <p:nvPr/>
        </p:nvCxnSpPr>
        <p:spPr>
          <a:xfrm flipV="1">
            <a:off x="862013" y="342900"/>
            <a:ext cx="852487" cy="5953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12A48249-88BD-7FF8-0AD9-B05BC8A41445}"/>
              </a:ext>
            </a:extLst>
          </p:cNvPr>
          <p:cNvCxnSpPr/>
          <p:nvPr/>
        </p:nvCxnSpPr>
        <p:spPr>
          <a:xfrm>
            <a:off x="823913" y="342900"/>
            <a:ext cx="1009650" cy="6905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Connettore diritto 24">
            <a:extLst>
              <a:ext uri="{FF2B5EF4-FFF2-40B4-BE49-F238E27FC236}">
                <a16:creationId xmlns:a16="http://schemas.microsoft.com/office/drawing/2014/main" id="{B0271662-52D8-FFDE-4BBE-12DF96CF6BD8}"/>
              </a:ext>
            </a:extLst>
          </p:cNvPr>
          <p:cNvCxnSpPr/>
          <p:nvPr/>
        </p:nvCxnSpPr>
        <p:spPr>
          <a:xfrm flipV="1">
            <a:off x="3857625" y="2947988"/>
            <a:ext cx="271463" cy="43338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456DA419-38E2-549D-8448-F4745031C779}"/>
              </a:ext>
            </a:extLst>
          </p:cNvPr>
          <p:cNvCxnSpPr/>
          <p:nvPr/>
        </p:nvCxnSpPr>
        <p:spPr>
          <a:xfrm>
            <a:off x="3805238" y="2990850"/>
            <a:ext cx="433387" cy="3381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AA4C5D45-C4B5-E0D8-B3F4-9502030475E2}"/>
              </a:ext>
            </a:extLst>
          </p:cNvPr>
          <p:cNvSpPr txBox="1"/>
          <p:nvPr/>
        </p:nvSpPr>
        <p:spPr>
          <a:xfrm>
            <a:off x="4448175" y="342900"/>
            <a:ext cx="2352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Garbage Collection</a:t>
            </a:r>
          </a:p>
        </p:txBody>
      </p: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77394558-1B9E-46C7-9146-6777A5770671}"/>
              </a:ext>
            </a:extLst>
          </p:cNvPr>
          <p:cNvCxnSpPr>
            <a:stCxn id="28" idx="2"/>
            <a:endCxn id="5" idx="1"/>
          </p:cNvCxnSpPr>
          <p:nvPr/>
        </p:nvCxnSpPr>
        <p:spPr>
          <a:xfrm>
            <a:off x="5624513" y="712232"/>
            <a:ext cx="429011" cy="11513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diritto 31">
            <a:extLst>
              <a:ext uri="{FF2B5EF4-FFF2-40B4-BE49-F238E27FC236}">
                <a16:creationId xmlns:a16="http://schemas.microsoft.com/office/drawing/2014/main" id="{AD4E8FF5-9757-534A-9442-18B6646F563A}"/>
              </a:ext>
            </a:extLst>
          </p:cNvPr>
          <p:cNvCxnSpPr/>
          <p:nvPr/>
        </p:nvCxnSpPr>
        <p:spPr>
          <a:xfrm flipV="1">
            <a:off x="5553075" y="1562100"/>
            <a:ext cx="2862263" cy="165258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Connettore diritto 33">
            <a:extLst>
              <a:ext uri="{FF2B5EF4-FFF2-40B4-BE49-F238E27FC236}">
                <a16:creationId xmlns:a16="http://schemas.microsoft.com/office/drawing/2014/main" id="{F87DAD21-41FB-7478-E819-FC97B34EF47E}"/>
              </a:ext>
            </a:extLst>
          </p:cNvPr>
          <p:cNvCxnSpPr/>
          <p:nvPr/>
        </p:nvCxnSpPr>
        <p:spPr>
          <a:xfrm>
            <a:off x="5624513" y="1500188"/>
            <a:ext cx="3019425" cy="167163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5151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2B51AFD6-FB42-205C-8E79-3B179F99CE3D}"/>
              </a:ext>
            </a:extLst>
          </p:cNvPr>
          <p:cNvSpPr txBox="1"/>
          <p:nvPr/>
        </p:nvSpPr>
        <p:spPr>
          <a:xfrm>
            <a:off x="571500" y="457200"/>
            <a:ext cx="2690813" cy="92333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it-IT" dirty="0"/>
              <a:t>Città di lavoro:_</a:t>
            </a:r>
          </a:p>
          <a:p>
            <a:endParaRPr lang="it-IT" dirty="0"/>
          </a:p>
          <a:p>
            <a:r>
              <a:rPr lang="it-IT" dirty="0"/>
              <a:t>Anno di nascita:_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437A1B9-3E7B-E60F-B59D-4154CBCFE2B7}"/>
              </a:ext>
            </a:extLst>
          </p:cNvPr>
          <p:cNvSpPr txBox="1"/>
          <p:nvPr/>
        </p:nvSpPr>
        <p:spPr>
          <a:xfrm>
            <a:off x="614363" y="1976438"/>
            <a:ext cx="75438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dirty="0"/>
              <a:t>Lavori a: xx – hai anni: (calcolo)</a:t>
            </a:r>
          </a:p>
        </p:txBody>
      </p:sp>
    </p:spTree>
    <p:extLst>
      <p:ext uri="{BB962C8B-B14F-4D97-AF65-F5344CB8AC3E}">
        <p14:creationId xmlns:p14="http://schemas.microsoft.com/office/powerpoint/2010/main" val="1119781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A30FC-359F-DF08-8F8B-BFB28EF33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9A6F1B84-B851-4FD3-2DC6-6B4D942FB7C8}"/>
              </a:ext>
            </a:extLst>
          </p:cNvPr>
          <p:cNvSpPr txBox="1"/>
          <p:nvPr/>
        </p:nvSpPr>
        <p:spPr>
          <a:xfrm>
            <a:off x="571500" y="457200"/>
            <a:ext cx="2690813" cy="92333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it-IT" dirty="0"/>
              <a:t>Importo fattura:_</a:t>
            </a:r>
          </a:p>
          <a:p>
            <a:endParaRPr lang="it-IT" dirty="0"/>
          </a:p>
          <a:p>
            <a:r>
              <a:rPr lang="it-IT" dirty="0"/>
              <a:t>Tipologia prodotto:_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A0D6FB1-DA7E-2B98-64F6-576FA04BA48E}"/>
              </a:ext>
            </a:extLst>
          </p:cNvPr>
          <p:cNvSpPr txBox="1"/>
          <p:nvPr/>
        </p:nvSpPr>
        <p:spPr>
          <a:xfrm>
            <a:off x="614363" y="1976438"/>
            <a:ext cx="75438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dirty="0"/>
              <a:t>Con il prodotto di tipologia: xxx hai un’iva al: x% e un saldo di:</a:t>
            </a:r>
            <a:r>
              <a:rPr lang="it-IT" dirty="0">
                <a:sym typeface="Wingdings" panose="05000000000000000000" pitchFamily="2" charset="2"/>
              </a:rPr>
              <a:t> (calcolo)</a:t>
            </a:r>
            <a:endParaRPr lang="it-IT" dirty="0"/>
          </a:p>
        </p:txBody>
      </p:sp>
      <p:cxnSp>
        <p:nvCxnSpPr>
          <p:cNvPr id="3" name="Connettore 2 2">
            <a:extLst>
              <a:ext uri="{FF2B5EF4-FFF2-40B4-BE49-F238E27FC236}">
                <a16:creationId xmlns:a16="http://schemas.microsoft.com/office/drawing/2014/main" id="{C522CB6A-405C-9FE4-6F9A-DA82A27D9A2E}"/>
              </a:ext>
            </a:extLst>
          </p:cNvPr>
          <p:cNvCxnSpPr/>
          <p:nvPr/>
        </p:nvCxnSpPr>
        <p:spPr>
          <a:xfrm flipV="1">
            <a:off x="2786063" y="642938"/>
            <a:ext cx="2795587" cy="5667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0A5D3AB-B73A-B0B7-A6AC-2194D8AEB8F7}"/>
              </a:ext>
            </a:extLst>
          </p:cNvPr>
          <p:cNvSpPr txBox="1"/>
          <p:nvPr/>
        </p:nvSpPr>
        <p:spPr>
          <a:xfrm>
            <a:off x="5686425" y="114300"/>
            <a:ext cx="27670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Alimentari (2%)</a:t>
            </a:r>
          </a:p>
          <a:p>
            <a:r>
              <a:rPr lang="it-IT" dirty="0"/>
              <a:t>Edilizia (10%)</a:t>
            </a:r>
          </a:p>
          <a:p>
            <a:r>
              <a:rPr lang="it-IT" dirty="0"/>
              <a:t>Computer (22%)</a:t>
            </a:r>
          </a:p>
          <a:p>
            <a:r>
              <a:rPr lang="it-IT" dirty="0"/>
              <a:t>Lusso (45%)</a:t>
            </a:r>
          </a:p>
        </p:txBody>
      </p:sp>
    </p:spTree>
    <p:extLst>
      <p:ext uri="{BB962C8B-B14F-4D97-AF65-F5344CB8AC3E}">
        <p14:creationId xmlns:p14="http://schemas.microsoft.com/office/powerpoint/2010/main" val="7402913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77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Wingdings</vt:lpstr>
      <vt:lpstr>Tema di Office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Marcello Valeri</dc:creator>
  <cp:lastModifiedBy>Marcello Valeri</cp:lastModifiedBy>
  <cp:revision>2</cp:revision>
  <dcterms:created xsi:type="dcterms:W3CDTF">2026-06-09T09:24:39Z</dcterms:created>
  <dcterms:modified xsi:type="dcterms:W3CDTF">2026-06-09T10:04:41Z</dcterms:modified>
</cp:coreProperties>
</file>