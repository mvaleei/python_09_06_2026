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28CA88-7A40-A573-B861-FAD5BA650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8A2D04B-F4BB-1EC9-EB7B-CC036CFB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A0E3DB-9A3D-3E71-AEF8-75ECDC56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243217-37FE-58F8-5142-6B91CE4D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BAD58F-AD78-8805-A43D-1E87A227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446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0F1189-1115-0789-C7FE-7432C4E6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24F6EF-3DF8-2C4E-7EC9-B6FA28EE6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C38D7E-0159-7C59-86DE-9623BEE4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D5DD06-C466-D78F-3E97-1BEB54B42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2601C8-E91A-1152-2077-FBC7A1B6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00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EE979-1E39-E4DC-D352-6CC647570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D3C762-0EFA-8EA2-26A9-6FC41E845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1B231B-1A25-168D-CFCE-F25FE855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4D1543-7093-93B3-9BA6-9B35FCD8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CA9CF0-AEF5-6243-89B5-F9197D0D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792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5F95CD-5053-162B-0BD0-0DC1D7F6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98AB1F-9ED4-2CED-F576-E71927FDE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358BFF8-02AC-C218-62DD-6A96C164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25F56CD-E9B8-399E-D83C-123D6D06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09C2659-B65C-DEEA-7FFB-7497CAF6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896767-D072-6C38-CDBA-5356E457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50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88DB3B-156B-CAF2-2BB0-439884B3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00B051-349D-9BCC-2C5C-40375F31F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10BF05C-C938-7095-9C2C-F7062D836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BFE81DA-199B-C283-A981-09F3FBDAD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3DFD4B8-75DC-BFD3-6AE8-BFDC26305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C8C5443-14F9-16A0-6088-07C6FF19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C3D9CAF-4DC7-CA24-58A6-A26203C7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F6161B7-32D3-C112-5E65-1A3EF89D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626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7F630A-BC04-3B6E-9487-4C9F4387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09CB539-4DB9-DD20-2BFA-28499A49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6587530-11D9-1B52-512D-947B7EF8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89EB82-1A2C-C7A4-B229-1BB82794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502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C9B9969-E342-BD77-3D74-4EFB2672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B9AEB44-1BA5-DCA4-2872-58D1F1F3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20A156-94D8-D6E3-3084-79F27640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677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BFBE3B-E5C7-8E69-502F-0B756E7E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ED35BA-1D71-6590-0A30-FF3AE00A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4603413-35FA-BCC4-4259-DA30AE55B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D17CCB1-D463-6A02-D163-B48EFB59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595E442-D09C-9D2A-5D9F-CAFF3DBD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974CAF-81F0-A807-B71B-7A31FAA4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429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CB0AB9-4F42-2180-6691-A6C7090A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CD56075-4215-392B-FB78-A2C649FD9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9B6569-79D4-D3F6-4670-EA7C3563F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801B671-AB65-BABA-7247-802E839F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1FA73B5-C878-C6D4-D6A1-A881D6B4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B8E7D66-5AAB-1781-D8D0-2B5C3FA3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877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BE80E5-8175-DA79-5CF1-B3962DCC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16E547D-7095-AF8A-26F5-05FB1C248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BABB18-06F1-726A-53BA-C42FBAD7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4CE268-7D80-EBD7-378C-01AC29E4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C0C5CD-63E2-978D-A1F5-6323CEEF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3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C2B5ACF-9DC1-B275-758E-15E0662AA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EA76E7-F39E-3DF2-CFE2-50ED1076A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6F1DBC-1DE4-9269-4F66-C02487F7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37E59E-99FB-883F-0B59-9BC66E5B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9F2877-B76C-B727-1CD7-F2EF3A72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919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9B0039-8DAF-1326-D85F-A34C622F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BEFA8B-DF75-ABEB-3E30-F4BEA8810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A63C9F-E877-77A2-CB0D-C2D97F603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A6D5A-0676-4DE5-8192-0EA51E98427F}" type="datetimeFigureOut">
              <a:rPr lang="it-IT" smtClean="0"/>
              <a:t>09/06/2026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C0398D-F456-DBDF-E390-A0DF63373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DA5EA5-262D-9798-F3A4-9B8785265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5C38D-D2B5-4315-AB94-36C9A6AF63A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74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4B6BEC-6457-BAFB-5491-84B54F9FD530}"/>
              </a:ext>
            </a:extLst>
          </p:cNvPr>
          <p:cNvSpPr txBox="1"/>
          <p:nvPr/>
        </p:nvSpPr>
        <p:spPr>
          <a:xfrm>
            <a:off x="519113" y="471488"/>
            <a:ext cx="2814637" cy="147732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Nome del cane:_</a:t>
            </a:r>
          </a:p>
          <a:p>
            <a:r>
              <a:rPr lang="it-IT" dirty="0"/>
              <a:t>Anni del cane:_</a:t>
            </a:r>
          </a:p>
          <a:p>
            <a:r>
              <a:rPr lang="it-IT" dirty="0"/>
              <a:t>Razza del cane:_</a:t>
            </a:r>
          </a:p>
          <a:p>
            <a:r>
              <a:rPr lang="it-IT" dirty="0"/>
              <a:t>Box di inserimento:_</a:t>
            </a:r>
          </a:p>
          <a:p>
            <a:r>
              <a:rPr lang="it-IT" dirty="0"/>
              <a:t>Altro cane da </a:t>
            </a:r>
            <a:r>
              <a:rPr lang="it-IT" dirty="0" err="1"/>
              <a:t>inserire:_S</a:t>
            </a:r>
            <a:r>
              <a:rPr lang="it-IT" dirty="0"/>
              <a:t>/N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D58DB782-D66B-AAB4-CB1A-46D17FDF7698}"/>
              </a:ext>
            </a:extLst>
          </p:cNvPr>
          <p:cNvCxnSpPr/>
          <p:nvPr/>
        </p:nvCxnSpPr>
        <p:spPr>
          <a:xfrm flipV="1">
            <a:off x="2309813" y="628650"/>
            <a:ext cx="5505450" cy="60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DF1E55-61C8-23B8-C920-E9280F16E6E8}"/>
              </a:ext>
            </a:extLst>
          </p:cNvPr>
          <p:cNvSpPr txBox="1"/>
          <p:nvPr/>
        </p:nvSpPr>
        <p:spPr>
          <a:xfrm>
            <a:off x="7996238" y="471488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Carlino	2</a:t>
            </a:r>
          </a:p>
          <a:p>
            <a:r>
              <a:rPr lang="it-IT" dirty="0"/>
              <a:t>Maremmano	4</a:t>
            </a:r>
          </a:p>
          <a:p>
            <a:r>
              <a:rPr lang="it-IT" dirty="0"/>
              <a:t>Lupo	3</a:t>
            </a:r>
          </a:p>
          <a:p>
            <a:r>
              <a:rPr lang="it-IT" dirty="0"/>
              <a:t>Bassotto		4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EDDEA3-E089-9DCA-8781-9CDA29EDBF54}"/>
              </a:ext>
            </a:extLst>
          </p:cNvPr>
          <p:cNvCxnSpPr/>
          <p:nvPr/>
        </p:nvCxnSpPr>
        <p:spPr>
          <a:xfrm>
            <a:off x="2628900" y="1519238"/>
            <a:ext cx="5429250" cy="828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64116A0-4915-B03D-A16A-9B8ABED7452E}"/>
              </a:ext>
            </a:extLst>
          </p:cNvPr>
          <p:cNvSpPr txBox="1"/>
          <p:nvPr/>
        </p:nvSpPr>
        <p:spPr>
          <a:xfrm>
            <a:off x="8096250" y="2209800"/>
            <a:ext cx="336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Ogni singolo box, non può contenere più di 2 cani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931DAD4-73C0-35CB-DC7D-B0EEF4501369}"/>
              </a:ext>
            </a:extLst>
          </p:cNvPr>
          <p:cNvCxnSpPr/>
          <p:nvPr/>
        </p:nvCxnSpPr>
        <p:spPr>
          <a:xfrm>
            <a:off x="3167063" y="1914525"/>
            <a:ext cx="0" cy="1514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F723221-E5A8-7CDF-17E6-6B0C036A0C15}"/>
              </a:ext>
            </a:extLst>
          </p:cNvPr>
          <p:cNvSpPr txBox="1"/>
          <p:nvPr/>
        </p:nvSpPr>
        <p:spPr>
          <a:xfrm>
            <a:off x="742951" y="3429000"/>
            <a:ext cx="3690938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La media degli anni inseriti è:xx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409CE4C-10A8-54AE-50C7-6CBE8DA93775}"/>
              </a:ext>
            </a:extLst>
          </p:cNvPr>
          <p:cNvSpPr txBox="1"/>
          <p:nvPr/>
        </p:nvSpPr>
        <p:spPr>
          <a:xfrm>
            <a:off x="742951" y="4471988"/>
            <a:ext cx="40766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/>
            </a:lvl1pPr>
          </a:lstStyle>
          <a:p>
            <a:r>
              <a:rPr lang="it-IT" dirty="0"/>
              <a:t>Di quale box, vuoi conoscere la lista:_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437D44F-3579-36E1-2F89-C4471F5B9A11}"/>
              </a:ext>
            </a:extLst>
          </p:cNvPr>
          <p:cNvSpPr txBox="1"/>
          <p:nvPr/>
        </p:nvSpPr>
        <p:spPr>
          <a:xfrm>
            <a:off x="742951" y="5041702"/>
            <a:ext cx="4243387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/>
            </a:lvl1pPr>
          </a:lstStyle>
          <a:p>
            <a:r>
              <a:rPr lang="it-IT" dirty="0"/>
              <a:t>Nome – anni – razza –aggressività</a:t>
            </a:r>
          </a:p>
          <a:p>
            <a:r>
              <a:rPr lang="it-IT" dirty="0"/>
              <a:t>Fido – 5  - lupo – 3</a:t>
            </a:r>
          </a:p>
          <a:p>
            <a:r>
              <a:rPr lang="it-IT" dirty="0"/>
              <a:t>Laika – 10 – maremmano - 4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0B43386-4505-A9C7-E49A-3F95EE0C329C}"/>
              </a:ext>
            </a:extLst>
          </p:cNvPr>
          <p:cNvSpPr txBox="1"/>
          <p:nvPr/>
        </p:nvSpPr>
        <p:spPr>
          <a:xfrm>
            <a:off x="742951" y="6019800"/>
            <a:ext cx="407669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/>
            </a:lvl1pPr>
          </a:lstStyle>
          <a:p>
            <a:r>
              <a:rPr lang="it-IT" dirty="0"/>
              <a:t>Vuoi consultare un altro box:_ S/N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74B04D4-FA7C-57D8-5555-F33CF39178A5}"/>
              </a:ext>
            </a:extLst>
          </p:cNvPr>
          <p:cNvCxnSpPr/>
          <p:nvPr/>
        </p:nvCxnSpPr>
        <p:spPr>
          <a:xfrm>
            <a:off x="4076700" y="6486525"/>
            <a:ext cx="0" cy="19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BD63B861-BD90-D7A4-7F60-8DAEE12249F9}"/>
              </a:ext>
            </a:extLst>
          </p:cNvPr>
          <p:cNvCxnSpPr/>
          <p:nvPr/>
        </p:nvCxnSpPr>
        <p:spPr>
          <a:xfrm>
            <a:off x="4105275" y="6657975"/>
            <a:ext cx="1314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1A6B123-9578-CAF0-76EF-BCA31B3ADB71}"/>
              </a:ext>
            </a:extLst>
          </p:cNvPr>
          <p:cNvSpPr txBox="1"/>
          <p:nvPr/>
        </p:nvSpPr>
        <p:spPr>
          <a:xfrm>
            <a:off x="5491163" y="6486525"/>
            <a:ext cx="194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Fine programma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F55820FB-7FF8-1962-43E1-BF04F64F9974}"/>
              </a:ext>
            </a:extLst>
          </p:cNvPr>
          <p:cNvCxnSpPr/>
          <p:nvPr/>
        </p:nvCxnSpPr>
        <p:spPr>
          <a:xfrm>
            <a:off x="5138738" y="6204466"/>
            <a:ext cx="6238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E27B9806-94C6-0825-9247-8D35C636FC45}"/>
              </a:ext>
            </a:extLst>
          </p:cNvPr>
          <p:cNvCxnSpPr/>
          <p:nvPr/>
        </p:nvCxnSpPr>
        <p:spPr>
          <a:xfrm flipV="1">
            <a:off x="5729288" y="4656654"/>
            <a:ext cx="0" cy="154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90FAE52B-0F18-C868-2B5C-FA69E8208909}"/>
              </a:ext>
            </a:extLst>
          </p:cNvPr>
          <p:cNvCxnSpPr/>
          <p:nvPr/>
        </p:nvCxnSpPr>
        <p:spPr>
          <a:xfrm flipH="1">
            <a:off x="4924425" y="4656654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357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2</cp:revision>
  <dcterms:created xsi:type="dcterms:W3CDTF">2026-06-09T13:19:09Z</dcterms:created>
  <dcterms:modified xsi:type="dcterms:W3CDTF">2026-06-09T13:22:50Z</dcterms:modified>
</cp:coreProperties>
</file>