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D7BF34-596A-DEED-A36D-9E13533F8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83643B-DEEF-A2C5-1AFA-32455FC31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5E3F6B-14E3-2D29-859E-8F68A6B9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318769-28FF-00E5-564F-139B6D42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450731-52FE-4609-7F96-1DE295F4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745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5968EB-82F4-A0BB-207F-CE99203F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156EA5-13A7-AD09-36EB-834C47FB3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C5DBB6-00DD-23C2-07F5-8C4C6D90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257B33-E59A-5C8A-E17C-CEB94E9F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F5A902-2DEE-7604-382E-5DFEF936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931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CD10E4-0225-40B5-8E00-B78F64571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5B6B12-AFF3-1A90-6D1E-768C4BC07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C77BC4-4E0B-ADF8-596C-13FC12F1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350B9B-DDC7-94B2-EB83-65026942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0A7C87-2D28-8621-E879-FF70FB5B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902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B24E4B-2FE1-30BA-E904-822E6D7B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909F97-EA4A-3462-2F58-ED7104D90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70B8B9B-BCAA-7DCB-25D6-EFC95270F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D3DCB10-55F4-D18F-A288-1E29680D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C0AE39F-3055-71B6-D858-2F38D4DF9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EFBF82D-5BFF-0C06-C01B-7755362C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872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9F08BA-ADC2-F877-DE25-7C97E94E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3513A97-2B80-05BC-A129-030BFAA3E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D1DCD4-71D6-6BE3-DD2C-1AF6F9A35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703D838-4923-98BD-F3B8-B0E50AAE2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8E63E67-B8E3-6D84-F8C5-7156BC0E6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147F16C-155A-BC48-CBDF-B544C295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2F49F6D-4D4C-FB9C-55BB-B225722C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BB13528-5C6D-AC55-ADC0-A9B47942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220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86D535-0A94-7E45-AD38-4CA77594C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5CB999F-0B7C-30E4-425B-239E0F2D4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E07789C-3846-DA6E-07CF-8718A723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FA7F8F0-1D1D-BAF9-43F7-26E08FAD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9085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061CF3D-5F48-7371-116A-A3D24027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DB7FE42-982A-D20E-705B-30AE7376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794AF3-CFCD-6DA8-923E-0929865C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837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B0384-8E0E-A19F-6CAB-0455B95F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2A9FC3-138E-A0BC-EEE8-6C84982A3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2B57224-BF80-0078-D915-6AC76227F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4589097-6D01-3B53-DADB-6A0990D80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E7EDE3-2D25-BB3D-D640-253C956B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C34B879-AC3D-8AB5-9E5F-C1F5F5AB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965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C98CAB-CBFA-E139-5E92-20DF0C8F7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0EF435-C542-A910-D42A-0EB99B109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14C3946-56B8-6E68-2345-EF0665B6C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217A9BA-D3E1-4F42-BE61-C2B393E2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6EE4E38-DD2F-E755-0DCC-039C7C45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EBC053D-584B-9653-19B9-1BCAB922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442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AFAFD-BD89-0A8E-4BE9-E8FACBAE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59B1AA1-9F89-7D7C-F52C-A4BDB9EEB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AE9831-7A4E-0134-4FD3-240DBE74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5B7735-3C79-B56C-C8CB-A347EF33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1835B2-2279-444D-DB5D-16B60A11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6303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C2E8BFE-FA7A-ED61-E68D-478EBE794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DD41997-261B-EA83-F2D3-F74964ACA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35C855-CDBD-43B6-CB98-FD4E9C76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082082-1BEB-1206-999D-DD88164C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762826-182D-16E4-4FF2-8383D2E2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732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DFFB2FA-E525-A891-F4D6-4839D022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E7B58F-3E4F-7C63-8E26-48EFED779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FB7EB8-CE47-0411-3DCA-BAF694CE9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FCA79-FFAD-41C5-9BC1-6884E0C33220}" type="datetimeFigureOut">
              <a:rPr lang="it-IT" smtClean="0"/>
              <a:t>10/06/2026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189108-83FE-E925-0A0B-72071E8EFF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E7F302-12E2-3879-F128-D4993DB89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F2687-A85F-424F-AD9E-B5C1BD3D3C5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99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lorare con i pennarelli">
            <a:extLst>
              <a:ext uri="{FF2B5EF4-FFF2-40B4-BE49-F238E27FC236}">
                <a16:creationId xmlns:a16="http://schemas.microsoft.com/office/drawing/2014/main" id="{29494C18-5BCC-EDD0-C9AD-54D6AD725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538162"/>
            <a:ext cx="2993232" cy="199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CE16FED-73BD-731C-4AC0-E4ED49785B55}"/>
              </a:ext>
            </a:extLst>
          </p:cNvPr>
          <p:cNvSpPr txBox="1"/>
          <p:nvPr/>
        </p:nvSpPr>
        <p:spPr>
          <a:xfrm>
            <a:off x="4381500" y="738188"/>
            <a:ext cx="3086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Specifiche tecniche:</a:t>
            </a:r>
          </a:p>
          <a:p>
            <a:r>
              <a:rPr lang="it-IT" dirty="0"/>
              <a:t>Colore</a:t>
            </a:r>
          </a:p>
          <a:p>
            <a:r>
              <a:rPr lang="it-IT" dirty="0"/>
              <a:t>Lunghezza</a:t>
            </a:r>
          </a:p>
          <a:p>
            <a:r>
              <a:rPr lang="it-IT" dirty="0"/>
              <a:t>Tempi di scrittura del pennarello</a:t>
            </a:r>
          </a:p>
          <a:p>
            <a:r>
              <a:rPr lang="it-IT" dirty="0"/>
              <a:t>Scrivere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35736415-0702-657C-3BAB-8BABC00D9D3B}"/>
              </a:ext>
            </a:extLst>
          </p:cNvPr>
          <p:cNvCxnSpPr/>
          <p:nvPr/>
        </p:nvCxnSpPr>
        <p:spPr>
          <a:xfrm>
            <a:off x="7196138" y="1562100"/>
            <a:ext cx="8715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A84210C6-3311-08E2-99A2-1CF7681460EA}"/>
              </a:ext>
            </a:extLst>
          </p:cNvPr>
          <p:cNvSpPr/>
          <p:nvPr/>
        </p:nvSpPr>
        <p:spPr>
          <a:xfrm>
            <a:off x="8191500" y="1352550"/>
            <a:ext cx="1609725" cy="5000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Pressione</a:t>
            </a:r>
          </a:p>
          <a:p>
            <a:pPr algn="ctr"/>
            <a:r>
              <a:rPr lang="it-IT" dirty="0"/>
              <a:t>Pulsante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4DC314D8-F439-355C-DC23-30D10F5906EE}"/>
              </a:ext>
            </a:extLst>
          </p:cNvPr>
          <p:cNvCxnSpPr>
            <a:stCxn id="7" idx="3"/>
          </p:cNvCxnSpPr>
          <p:nvPr/>
        </p:nvCxnSpPr>
        <p:spPr>
          <a:xfrm>
            <a:off x="9801225" y="1602582"/>
            <a:ext cx="661988" cy="71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F8819E3-BAF2-85AB-5D27-5BEEB90BB08B}"/>
              </a:ext>
            </a:extLst>
          </p:cNvPr>
          <p:cNvSpPr txBox="1"/>
          <p:nvPr/>
        </p:nvSpPr>
        <p:spPr>
          <a:xfrm>
            <a:off x="10567988" y="1476375"/>
            <a:ext cx="1504950" cy="37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Pennarello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AB98B14-EA55-85B2-B0D1-432EC7C3E284}"/>
              </a:ext>
            </a:extLst>
          </p:cNvPr>
          <p:cNvSpPr txBox="1"/>
          <p:nvPr/>
        </p:nvSpPr>
        <p:spPr>
          <a:xfrm>
            <a:off x="4031457" y="3390900"/>
            <a:ext cx="27312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Classi:</a:t>
            </a:r>
          </a:p>
          <a:p>
            <a:r>
              <a:rPr lang="it-IT" dirty="0"/>
              <a:t>Specifiche tecniche: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Proprietà  (variabile)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Colore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Testo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Lunghezza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Metodi (Azioni)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Scrivere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Eventi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Qualcosa che si scatena dall’oggetto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B222DA1-B181-BDF6-2024-6F9244793B66}"/>
              </a:ext>
            </a:extLst>
          </p:cNvPr>
          <p:cNvCxnSpPr/>
          <p:nvPr/>
        </p:nvCxnSpPr>
        <p:spPr>
          <a:xfrm>
            <a:off x="6262688" y="5110163"/>
            <a:ext cx="1266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tangolo 13">
            <a:extLst>
              <a:ext uri="{FF2B5EF4-FFF2-40B4-BE49-F238E27FC236}">
                <a16:creationId xmlns:a16="http://schemas.microsoft.com/office/drawing/2014/main" id="{73C218C4-1826-2580-5443-F8DDCF5EAF6F}"/>
              </a:ext>
            </a:extLst>
          </p:cNvPr>
          <p:cNvSpPr/>
          <p:nvPr/>
        </p:nvSpPr>
        <p:spPr>
          <a:xfrm>
            <a:off x="7705725" y="4791075"/>
            <a:ext cx="1852613" cy="642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ISTANZA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B090960B-11E1-52EE-2BB9-3952EB0721A4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9558338" y="5095875"/>
            <a:ext cx="790575" cy="16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D8DE888-35C5-C998-08F2-46A448433CE9}"/>
              </a:ext>
            </a:extLst>
          </p:cNvPr>
          <p:cNvSpPr txBox="1"/>
          <p:nvPr/>
        </p:nvSpPr>
        <p:spPr>
          <a:xfrm>
            <a:off x="10429875" y="4914900"/>
            <a:ext cx="1319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Nuovo</a:t>
            </a:r>
          </a:p>
          <a:p>
            <a:r>
              <a:rPr lang="it-IT" dirty="0"/>
              <a:t>Oggetto</a:t>
            </a:r>
          </a:p>
        </p:txBody>
      </p:sp>
    </p:spTree>
    <p:extLst>
      <p:ext uri="{BB962C8B-B14F-4D97-AF65-F5344CB8AC3E}">
        <p14:creationId xmlns:p14="http://schemas.microsoft.com/office/powerpoint/2010/main" val="138148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092710-7490-C0FB-051C-F84A7802F031}"/>
              </a:ext>
            </a:extLst>
          </p:cNvPr>
          <p:cNvSpPr txBox="1"/>
          <p:nvPr/>
        </p:nvSpPr>
        <p:spPr>
          <a:xfrm>
            <a:off x="695325" y="452438"/>
            <a:ext cx="7453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Object </a:t>
            </a:r>
            <a:r>
              <a:rPr lang="it-IT" dirty="0" err="1"/>
              <a:t>Oriented</a:t>
            </a:r>
            <a:r>
              <a:rPr lang="it-IT" dirty="0"/>
              <a:t> Programming  O.O.P.</a:t>
            </a:r>
          </a:p>
          <a:p>
            <a:r>
              <a:rPr lang="it-IT" dirty="0"/>
              <a:t>Paradigma della programmazione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74264B-2375-94D9-40B7-3275156C8586}"/>
              </a:ext>
            </a:extLst>
          </p:cNvPr>
          <p:cNvSpPr txBox="1"/>
          <p:nvPr/>
        </p:nvSpPr>
        <p:spPr>
          <a:xfrm>
            <a:off x="771525" y="1628775"/>
            <a:ext cx="4891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highlight>
                  <a:srgbClr val="FFFF00"/>
                </a:highlight>
              </a:rPr>
              <a:t>ASTRAZIONE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POLIMORFISMO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INCAPSULAMENTO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EREDITARIETA’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952B566-4A45-72A4-C4EB-AAF974F0EB03}"/>
              </a:ext>
            </a:extLst>
          </p:cNvPr>
          <p:cNvSpPr txBox="1"/>
          <p:nvPr/>
        </p:nvSpPr>
        <p:spPr>
          <a:xfrm>
            <a:off x="919163" y="3705225"/>
            <a:ext cx="7853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Nomeclasse</a:t>
            </a:r>
            <a:r>
              <a:rPr lang="it-IT" dirty="0"/>
              <a:t> </a:t>
            </a:r>
            <a:r>
              <a:rPr lang="it-IT" dirty="0" err="1"/>
              <a:t>nomenuovooggetto</a:t>
            </a:r>
            <a:r>
              <a:rPr lang="it-IT" dirty="0"/>
              <a:t> = new </a:t>
            </a:r>
            <a:r>
              <a:rPr lang="it-IT" dirty="0" err="1"/>
              <a:t>nomeclasse</a:t>
            </a:r>
            <a:r>
              <a:rPr lang="it-IT" dirty="0"/>
              <a:t>()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A3BCC89-AB07-9AB5-D19B-1F470ADE08D7}"/>
              </a:ext>
            </a:extLst>
          </p:cNvPr>
          <p:cNvSpPr txBox="1"/>
          <p:nvPr/>
        </p:nvSpPr>
        <p:spPr>
          <a:xfrm>
            <a:off x="919163" y="4762500"/>
            <a:ext cx="5114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nomeNuovoOggetto</a:t>
            </a:r>
            <a:r>
              <a:rPr lang="it-IT" dirty="0"/>
              <a:t> = </a:t>
            </a:r>
            <a:r>
              <a:rPr lang="it-IT" dirty="0" err="1"/>
              <a:t>nomeClasse</a:t>
            </a:r>
            <a:r>
              <a:rPr lang="it-IT" dirty="0"/>
              <a:t>()</a:t>
            </a:r>
          </a:p>
          <a:p>
            <a:r>
              <a:rPr lang="it-IT" dirty="0"/>
              <a:t>nomeNuovoOggetto2 = </a:t>
            </a:r>
            <a:r>
              <a:rPr lang="it-IT" dirty="0" err="1"/>
              <a:t>nomeClasse</a:t>
            </a:r>
            <a:r>
              <a:rPr lang="it-IT" dirty="0"/>
              <a:t>()</a:t>
            </a:r>
          </a:p>
          <a:p>
            <a:endParaRPr lang="it-IT" dirty="0"/>
          </a:p>
          <a:p>
            <a:r>
              <a:rPr lang="it-IT" dirty="0" err="1"/>
              <a:t>nomeOggetto.colore</a:t>
            </a:r>
            <a:r>
              <a:rPr lang="it-IT" dirty="0"/>
              <a:t>=‘Nero’</a:t>
            </a:r>
          </a:p>
          <a:p>
            <a:r>
              <a:rPr lang="it-IT" dirty="0" err="1"/>
              <a:t>nomeOggetto.metodo</a:t>
            </a:r>
            <a:r>
              <a:rPr lang="it-IT" dirty="0"/>
              <a:t>()</a:t>
            </a:r>
          </a:p>
        </p:txBody>
      </p:sp>
      <p:sp>
        <p:nvSpPr>
          <p:cNvPr id="8" name="Parentesi graffa chiusa 7">
            <a:extLst>
              <a:ext uri="{FF2B5EF4-FFF2-40B4-BE49-F238E27FC236}">
                <a16:creationId xmlns:a16="http://schemas.microsoft.com/office/drawing/2014/main" id="{16C4576D-0EE2-F80F-2583-41B7A95A8767}"/>
              </a:ext>
            </a:extLst>
          </p:cNvPr>
          <p:cNvSpPr/>
          <p:nvPr/>
        </p:nvSpPr>
        <p:spPr>
          <a:xfrm>
            <a:off x="6386513" y="3462338"/>
            <a:ext cx="671512" cy="195262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41F78EA-33FB-8C63-067F-D717B33E8427}"/>
              </a:ext>
            </a:extLst>
          </p:cNvPr>
          <p:cNvSpPr txBox="1"/>
          <p:nvPr/>
        </p:nvSpPr>
        <p:spPr>
          <a:xfrm>
            <a:off x="7291388" y="4305300"/>
            <a:ext cx="277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Istanza alla classe, per creare un nuovo oggetto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4C774077-88ED-7C5F-C90B-7C287411E271}"/>
              </a:ext>
            </a:extLst>
          </p:cNvPr>
          <p:cNvCxnSpPr/>
          <p:nvPr/>
        </p:nvCxnSpPr>
        <p:spPr>
          <a:xfrm>
            <a:off x="4900613" y="4951631"/>
            <a:ext cx="1566862" cy="939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9D9F88C-F5BC-125B-83E3-4C3386ECF158}"/>
              </a:ext>
            </a:extLst>
          </p:cNvPr>
          <p:cNvSpPr txBox="1"/>
          <p:nvPr/>
        </p:nvSpPr>
        <p:spPr>
          <a:xfrm>
            <a:off x="6572250" y="5738813"/>
            <a:ext cx="2252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python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04533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91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2026-06-10T09:07:02Z</dcterms:created>
  <dcterms:modified xsi:type="dcterms:W3CDTF">2026-06-10T10:25:22Z</dcterms:modified>
</cp:coreProperties>
</file>